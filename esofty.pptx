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50265" y="1643380"/>
            <a:ext cx="6783705" cy="1498600"/>
          </a:xfr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87985" y="6084570"/>
            <a:ext cx="4688205" cy="559435"/>
          </a:xfrm>
        </p:spPr>
        <p:txBody>
          <a:bodyPr>
            <a:normAutofit lnSpcReduction="10000"/>
          </a:bodyPr>
          <a:p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5400000">
            <a:off x="-304800" y="304800"/>
            <a:ext cx="2144395" cy="1536065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88205" y="-3175"/>
            <a:ext cx="1611906" cy="1675765"/>
          </a:xfrm>
          <a:custGeom>
            <a:avLst/>
            <a:gdLst>
              <a:gd name="connsiteX0" fmla="*/ 464 w 2538"/>
              <a:gd name="connsiteY0" fmla="*/ 1851 h 2639"/>
              <a:gd name="connsiteX1" fmla="*/ 1527 w 2538"/>
              <a:gd name="connsiteY1" fmla="*/ 0 h 2639"/>
              <a:gd name="connsiteX2" fmla="*/ 2538 w 2538"/>
              <a:gd name="connsiteY2" fmla="*/ 6 h 2639"/>
              <a:gd name="connsiteX3" fmla="*/ 1013 w 2538"/>
              <a:gd name="connsiteY3" fmla="*/ 2639 h 2639"/>
              <a:gd name="connsiteX4" fmla="*/ 1 w 2538"/>
              <a:gd name="connsiteY4" fmla="*/ 2485 h 2639"/>
              <a:gd name="connsiteX5" fmla="*/ 53 w 2538"/>
              <a:gd name="connsiteY5" fmla="*/ 2383 h 2639"/>
              <a:gd name="connsiteX6" fmla="*/ 464 w 2538"/>
              <a:gd name="connsiteY6" fmla="*/ 1851 h 2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38" h="2639">
                <a:moveTo>
                  <a:pt x="464" y="1851"/>
                </a:moveTo>
                <a:lnTo>
                  <a:pt x="1527" y="0"/>
                </a:lnTo>
                <a:lnTo>
                  <a:pt x="2538" y="6"/>
                </a:lnTo>
                <a:lnTo>
                  <a:pt x="1013" y="2639"/>
                </a:lnTo>
                <a:cubicBezTo>
                  <a:pt x="544" y="2585"/>
                  <a:pt x="-33" y="2502"/>
                  <a:pt x="1" y="2485"/>
                </a:cubicBezTo>
                <a:lnTo>
                  <a:pt x="53" y="2383"/>
                </a:lnTo>
                <a:lnTo>
                  <a:pt x="464" y="1851"/>
                </a:ln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020445" y="0"/>
            <a:ext cx="1615440" cy="631190"/>
          </a:xfrm>
          <a:custGeom>
            <a:avLst/>
            <a:gdLst>
              <a:gd name="connsiteX0" fmla="*/ 0 w 2544"/>
              <a:gd name="connsiteY0" fmla="*/ 968 h 994"/>
              <a:gd name="connsiteX1" fmla="*/ 530 w 2544"/>
              <a:gd name="connsiteY1" fmla="*/ 0 h 994"/>
              <a:gd name="connsiteX2" fmla="*/ 2544 w 2544"/>
              <a:gd name="connsiteY2" fmla="*/ 0 h 994"/>
              <a:gd name="connsiteX3" fmla="*/ 2296 w 2544"/>
              <a:gd name="connsiteY3" fmla="*/ 994 h 994"/>
              <a:gd name="connsiteX4" fmla="*/ 0 w 2544"/>
              <a:gd name="connsiteY4" fmla="*/ 968 h 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4" h="994">
                <a:moveTo>
                  <a:pt x="0" y="968"/>
                </a:moveTo>
                <a:lnTo>
                  <a:pt x="530" y="0"/>
                </a:lnTo>
                <a:lnTo>
                  <a:pt x="2544" y="0"/>
                </a:lnTo>
                <a:lnTo>
                  <a:pt x="2296" y="994"/>
                </a:lnTo>
                <a:lnTo>
                  <a:pt x="0" y="968"/>
                </a:ln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9330055" y="3484880"/>
            <a:ext cx="2861945" cy="3428365"/>
          </a:xfrm>
          <a:prstGeom prst="rt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8185785" y="5033010"/>
            <a:ext cx="4006215" cy="1892935"/>
          </a:xfrm>
          <a:custGeom>
            <a:avLst/>
            <a:gdLst>
              <a:gd name="connsiteX0" fmla="*/ 0 w 6309"/>
              <a:gd name="connsiteY0" fmla="*/ 2683 h 2683"/>
              <a:gd name="connsiteX1" fmla="*/ 671 w 6309"/>
              <a:gd name="connsiteY1" fmla="*/ 0 h 2683"/>
              <a:gd name="connsiteX2" fmla="*/ 6309 w 6309"/>
              <a:gd name="connsiteY2" fmla="*/ 0 h 2683"/>
              <a:gd name="connsiteX3" fmla="*/ 6292 w 6309"/>
              <a:gd name="connsiteY3" fmla="*/ 2683 h 2683"/>
              <a:gd name="connsiteX4" fmla="*/ 0 w 6309"/>
              <a:gd name="connsiteY4" fmla="*/ 2683 h 2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09" h="2683">
                <a:moveTo>
                  <a:pt x="0" y="2683"/>
                </a:moveTo>
                <a:lnTo>
                  <a:pt x="671" y="0"/>
                </a:lnTo>
                <a:lnTo>
                  <a:pt x="6309" y="0"/>
                </a:lnTo>
                <a:lnTo>
                  <a:pt x="6292" y="2683"/>
                </a:lnTo>
                <a:lnTo>
                  <a:pt x="0" y="2683"/>
                </a:lnTo>
                <a:close/>
              </a:path>
            </a:pathLst>
          </a:cu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 flipH="1">
            <a:off x="10004425" y="3714115"/>
            <a:ext cx="2187575" cy="3211830"/>
          </a:xfrm>
          <a:prstGeom prst="rtTriangl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5" name="Picture 14" descr="2 kore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5" y="2332990"/>
            <a:ext cx="4701540" cy="3037840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8331200" y="5255895"/>
            <a:ext cx="3860800" cy="1670050"/>
          </a:xfrm>
          <a:custGeom>
            <a:avLst/>
            <a:gdLst>
              <a:gd name="connsiteX0" fmla="*/ 0 w 4384"/>
              <a:gd name="connsiteY0" fmla="*/ 2160 h 2203"/>
              <a:gd name="connsiteX1" fmla="*/ 540 w 4384"/>
              <a:gd name="connsiteY1" fmla="*/ 0 h 2203"/>
              <a:gd name="connsiteX2" fmla="*/ 4371 w 4384"/>
              <a:gd name="connsiteY2" fmla="*/ 0 h 2203"/>
              <a:gd name="connsiteX3" fmla="*/ 4384 w 4384"/>
              <a:gd name="connsiteY3" fmla="*/ 2203 h 2203"/>
              <a:gd name="connsiteX4" fmla="*/ 0 w 4384"/>
              <a:gd name="connsiteY4" fmla="*/ 2160 h 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84" h="2203">
                <a:moveTo>
                  <a:pt x="0" y="2160"/>
                </a:moveTo>
                <a:lnTo>
                  <a:pt x="540" y="0"/>
                </a:lnTo>
                <a:lnTo>
                  <a:pt x="4371" y="0"/>
                </a:lnTo>
                <a:lnTo>
                  <a:pt x="4384" y="2203"/>
                </a:lnTo>
                <a:lnTo>
                  <a:pt x="0" y="216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185785" y="907415"/>
            <a:ext cx="3537585" cy="355346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DilumVD</dc:creator>
  <cp:lastModifiedBy>dilum vishvajith</cp:lastModifiedBy>
  <cp:revision>1</cp:revision>
  <dcterms:created xsi:type="dcterms:W3CDTF">2026-07-01T13:21:24Z</dcterms:created>
  <dcterms:modified xsi:type="dcterms:W3CDTF">2026-07-01T13:21:24Z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E1F093BF885C4D54B613A2B9DA69403B_11</vt:lpwstr>
  </property>
</Properties>
</file>